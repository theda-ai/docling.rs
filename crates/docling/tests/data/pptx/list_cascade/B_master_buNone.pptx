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defRPr sz="3200" kern="1200">
          <a:solidFill>
            <a:schemeClr val="tx1"/>
          </a:solidFill>
          <a:latin typeface="+mn-lt"/>
          <a:ea typeface="+mn-ea"/>
          <a:cs typeface="+mn-cs"/>
        </a:defRPr>
        <a:buNone/>
      </a:lvl1pPr>
      <a:lvl2pPr marL="742950" indent="-285750" algn="l" defTabSz="457200" rtl="0" eaLnBrk="1" latinLnBrk="0" hangingPunct="1">
        <a:spcBef>
          <a:spcPct val="20000"/>
        </a:spcBef>
        <a:defRPr sz="2800" kern="1200">
          <a:solidFill>
            <a:schemeClr val="tx1"/>
          </a:solidFill>
          <a:latin typeface="+mn-lt"/>
          <a:ea typeface="+mn-ea"/>
          <a:cs typeface="+mn-cs"/>
        </a:defRPr>
        <a:buNone/>
      </a:lvl2pPr>
      <a:lvl3pPr marL="1143000" indent="-228600" algn="l" defTabSz="457200" rtl="0" eaLnBrk="1" latinLnBrk="0" hangingPunct="1">
        <a:spcBef>
          <a:spcPct val="20000"/>
        </a:spcBef>
        <a:defRPr sz="2400" kern="1200">
          <a:solidFill>
            <a:schemeClr val="tx1"/>
          </a:solidFill>
          <a:latin typeface="+mn-lt"/>
          <a:ea typeface="+mn-ea"/>
          <a:cs typeface="+mn-cs"/>
        </a:defRPr>
        <a:buNone/>
      </a:lvl3pPr>
      <a:lvl4pPr marL="16002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None/>
      </a:lvl4pPr>
      <a:lvl5pPr marL="20574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None/>
      </a:lvl5pPr>
      <a:lvl6pPr marL="25146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None/>
      </a:lvl6pPr>
      <a:lvl7pPr marL="29718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None/>
      </a:lvl7pPr>
      <a:lvl8pPr marL="34290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None/>
      </a:lvl8pPr>
      <a:lvl9pPr marL="38862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None/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</a:t>
            </a:r>
          </a:p>
          <a:p>
            <a:r>
              <a:t>second</a:t>
            </a:r>
          </a:p>
          <a:p>
            <a:r>
              <a:t>third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