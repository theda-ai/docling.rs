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None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one</a:t>
            </a:r>
          </a:p>
          <a:p>
            <a:pPr lvl="1"/>
            <a:r>
              <a:t>two</a:t>
            </a:r>
          </a:p>
          <a:p>
            <a:pPr lvl="2"/>
            <a:r>
              <a:t>three</a:t>
            </a:r>
          </a:p>
          <a:p>
            <a:pPr lvl="2"/>
            <a:r>
              <a:t>four</a:t>
            </a:r>
          </a:p>
          <a:p>
            <a:pPr/>
            <a:r>
              <a:t>five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