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/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defRPr sz="3200" kern="1200">
          <a:solidFill>
            <a:schemeClr val="tx1"/>
          </a:solidFill>
          <a:latin typeface="+mn-lt"/>
          <a:ea typeface="+mn-ea"/>
          <a:cs typeface="+mn-cs"/>
        </a:defRPr>
        <a:buAutoNum type="arabicPeriod"/>
      </a:lvl1pPr>
      <a:lvl2pPr marL="742950" indent="-285750" algn="l" defTabSz="457200" rtl="0" eaLnBrk="1" latinLnBrk="0" hangingPunct="1">
        <a:spcBef>
          <a:spcPct val="20000"/>
        </a:spcBef>
        <a:defRPr sz="2800" kern="1200">
          <a:solidFill>
            <a:schemeClr val="tx1"/>
          </a:solidFill>
          <a:latin typeface="+mn-lt"/>
          <a:ea typeface="+mn-ea"/>
          <a:cs typeface="+mn-cs"/>
        </a:defRPr>
        <a:buAutoNum type="arabicPeriod"/>
      </a:lvl2pPr>
      <a:lvl3pPr marL="1143000" indent="-228600" algn="l" defTabSz="457200" rtl="0" eaLnBrk="1" latinLnBrk="0" hangingPunct="1">
        <a:spcBef>
          <a:spcPct val="20000"/>
        </a:spcBef>
        <a:defRPr sz="2400" kern="1200">
          <a:solidFill>
            <a:schemeClr val="tx1"/>
          </a:solidFill>
          <a:latin typeface="+mn-lt"/>
          <a:ea typeface="+mn-ea"/>
          <a:cs typeface="+mn-cs"/>
        </a:defRPr>
        <a:buAutoNum type="arabicPeriod"/>
      </a:lvl3pPr>
      <a:lvl4pPr marL="1600200" indent="-228600" algn="l" defTabSz="457200" rtl="0" eaLnBrk="1" latinLnBrk="0" hangingPunct="1">
        <a:spcBef>
          <a:spcPct val="20000"/>
        </a:spcBef>
        <a:defRPr sz="2000" kern="1200">
          <a:solidFill>
            <a:schemeClr val="tx1"/>
          </a:solidFill>
          <a:latin typeface="+mn-lt"/>
          <a:ea typeface="+mn-ea"/>
          <a:cs typeface="+mn-cs"/>
        </a:defRPr>
        <a:buAutoNum type="arabicPeriod"/>
      </a:lvl4pPr>
      <a:lvl5pPr marL="2057400" indent="-228600" algn="l" defTabSz="457200" rtl="0" eaLnBrk="1" latinLnBrk="0" hangingPunct="1">
        <a:spcBef>
          <a:spcPct val="20000"/>
        </a:spcBef>
        <a:defRPr sz="2000" kern="1200">
          <a:solidFill>
            <a:schemeClr val="tx1"/>
          </a:solidFill>
          <a:latin typeface="+mn-lt"/>
          <a:ea typeface="+mn-ea"/>
          <a:cs typeface="+mn-cs"/>
        </a:defRPr>
        <a:buAutoNum type="arabicPeriod"/>
      </a:lvl5pPr>
      <a:lvl6pPr marL="2514600" indent="-228600" algn="l" defTabSz="457200" rtl="0" eaLnBrk="1" latinLnBrk="0" hangingPunct="1">
        <a:spcBef>
          <a:spcPct val="20000"/>
        </a:spcBef>
        <a:defRPr sz="2000" kern="1200">
          <a:solidFill>
            <a:schemeClr val="tx1"/>
          </a:solidFill>
          <a:latin typeface="+mn-lt"/>
          <a:ea typeface="+mn-ea"/>
          <a:cs typeface="+mn-cs"/>
        </a:defRPr>
        <a:buAutoNum type="arabicPeriod"/>
      </a:lvl6pPr>
      <a:lvl7pPr marL="2971800" indent="-228600" algn="l" defTabSz="457200" rtl="0" eaLnBrk="1" latinLnBrk="0" hangingPunct="1">
        <a:spcBef>
          <a:spcPct val="20000"/>
        </a:spcBef>
        <a:defRPr sz="2000" kern="1200">
          <a:solidFill>
            <a:schemeClr val="tx1"/>
          </a:solidFill>
          <a:latin typeface="+mn-lt"/>
          <a:ea typeface="+mn-ea"/>
          <a:cs typeface="+mn-cs"/>
        </a:defRPr>
        <a:buAutoNum type="arabicPeriod"/>
      </a:lvl7pPr>
      <a:lvl8pPr marL="3429000" indent="-228600" algn="l" defTabSz="457200" rtl="0" eaLnBrk="1" latinLnBrk="0" hangingPunct="1">
        <a:spcBef>
          <a:spcPct val="20000"/>
        </a:spcBef>
        <a:defRPr sz="2000" kern="1200">
          <a:solidFill>
            <a:schemeClr val="tx1"/>
          </a:solidFill>
          <a:latin typeface="+mn-lt"/>
          <a:ea typeface="+mn-ea"/>
          <a:cs typeface="+mn-cs"/>
        </a:defRPr>
        <a:buAutoNum type="arabicPeriod"/>
      </a:lvl8pPr>
      <a:lvl9pPr marL="3886200" indent="-228600" algn="l" defTabSz="457200" rtl="0" eaLnBrk="1" latinLnBrk="0" hangingPunct="1">
        <a:spcBef>
          <a:spcPct val="20000"/>
        </a:spcBef>
        <a:defRPr sz="2000" kern="1200">
          <a:solidFill>
            <a:schemeClr val="tx1"/>
          </a:solidFill>
          <a:latin typeface="+mn-lt"/>
          <a:ea typeface="+mn-ea"/>
          <a:cs typeface="+mn-cs"/>
        </a:defRPr>
        <a:buAutoNum type="arabicPeriod"/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  <a:buChar char="•"/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  <a:buChar char="•"/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  <a:buChar char="•"/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  <a:buChar char="•"/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  <a:buChar char="•"/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  <a:buChar char="•"/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  <a:buChar char="•"/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  <a:buChar char="•"/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  <a:buChar char="•"/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 one</a:t>
            </a:r>
          </a:p>
          <a:p>
            <a:r>
              <a:t>sub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