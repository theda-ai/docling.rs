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defRPr sz="32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1pPr>
      <a:lvl2pPr marL="742950" indent="-285750" algn="l" defTabSz="457200" rtl="0" eaLnBrk="1" latinLnBrk="0" hangingPunct="1">
        <a:spcBef>
          <a:spcPct val="20000"/>
        </a:spcBef>
        <a:defRPr sz="28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2pPr>
      <a:lvl3pPr marL="1143000" indent="-228600" algn="l" defTabSz="457200" rtl="0" eaLnBrk="1" latinLnBrk="0" hangingPunct="1">
        <a:spcBef>
          <a:spcPct val="20000"/>
        </a:spcBef>
        <a:defRPr sz="24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3pPr>
      <a:lvl4pPr marL="16002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4pPr>
      <a:lvl5pPr marL="20574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5pPr>
      <a:lvl6pPr marL="25146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6pPr>
      <a:lvl7pPr marL="29718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7pPr>
      <a:lvl8pPr marL="34290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8pPr>
      <a:lvl9pPr marL="38862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