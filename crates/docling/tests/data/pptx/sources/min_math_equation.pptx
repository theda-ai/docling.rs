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89773-9071-8A94-DBD4-B9E2152ED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7C4946-6B07-62AE-90AA-55D8D1C95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103DF2-B12C-9897-EEEB-FACACAF1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8DCCE1-D09D-E324-8102-8877CE63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0AE616-737B-8825-0591-B4E0F39C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63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2E984-D3B1-7C0A-CF7F-E3A62E2D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22D229-BC03-64C9-8C45-5CBCED605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079AD6-F213-8FF5-F7B2-66E79AEA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8E54D3-FD50-909F-63CB-A34B6CB8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74CED8-738F-5C67-B2A5-C3548C08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26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EA941-9EFB-EE29-38B7-5ACB1B54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E2D63C-9F21-443D-21E4-E0BEEA3F1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0004E3-C577-78E1-AA35-0A62AC53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930295-2CAF-D72D-CA35-0EA9EA89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07848A-2412-0ACC-4086-29069CF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95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31D09-C11A-D9B0-A41F-51BC6AF1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AE2293-1BCB-FF01-2F34-08FAC023E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A2B675-EC6D-32DF-0D82-DAF708264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FBFC58-E739-5B82-7A00-564CB922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725C54-6B80-1746-2A3B-504278C1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51CD09-AFAF-E784-6B46-85F1365A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79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0B869-5B10-3F96-F785-BE28C26E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226B43-E402-7310-FA8C-F9A7AF92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D046B2D-3EA2-36EE-C468-69E08DC77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F1DEAEA-4292-7B9E-A15D-DC045F6D5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D7A0914-0924-7448-91CA-9AEC8D78A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AFEF9A-E23C-7092-65BE-E99DC0C5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276A54A-CD9C-314F-3315-AA35CD45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3BD32B0-5164-9FA1-71F4-0BED0BBF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8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DF03A-B7DB-72DE-EFDC-67C150FA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ED3C9C-9C03-55A4-CF6C-016C0A92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5111D9-98A0-2491-F70E-83FF6FA9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8E2B7E-FB95-0A3F-DF02-CA178651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99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51EE92-4873-0CBB-DA23-8CBC925D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245D75-A162-D9FD-AEE8-0ABC2D19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67F4AD-9326-BAE4-95A1-355EFD0F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69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32518-5DBB-C148-3C00-7B94BF76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BD15C9-F140-77DC-0B21-49415B465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AF90997-84F0-C267-FC98-CAE728495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61ECBB-55F7-7462-35DB-8FC9DC0F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507B44-A8FD-8488-7C1D-4C72BFEF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054F8A-7E38-E318-C6C1-04D26884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82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76614-AC5A-6D2A-3946-6E2205EA3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CE0464-82CA-18DC-66FC-6D74B3637D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25124F-9914-0A81-FFEC-EAC10E9CC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6B18D3-0C4A-39A6-E019-D9138C9F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4E11EF-36CB-6670-3391-28362A662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0DC869-6DF9-B80B-2894-72480186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01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BA159-FD83-D8F8-513F-E4697792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CF168B-5EA9-13B0-DC76-01810E9B9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585F4B-CEB2-C332-4202-FE8DC5EF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B073-5A56-A8A2-6784-7AB53CF1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28C160-B34F-2BF5-0575-F5291945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6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1D6BF59-613C-AB33-2488-814F078CF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90F727-285A-D2C5-6ED2-70CC0F482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71AFA1-54EF-FFF5-13F3-364BD854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7C4256-939B-D082-4F8E-F0161D27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787164-A1CE-8420-4366-85C4F1CE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3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A7D27EF-3C93-0DEA-0861-913452C9F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8952E8-CAE3-A580-B3DD-4B073B8FE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FC8398-3074-699A-9EA5-BDF247EB3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D0F71-8718-43C3-BC0D-393922193228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3403A9-815A-D70E-BF43-EE5E55D08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EC8B93-6603-DCF9-D854-8B501C1B6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FFE4BD-B027-4144-8511-F627F074E7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44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F78C8BB-1839-C452-9209-15ED79220558}"/>
              </a:ext>
            </a:extLst>
          </p:cNvPr>
          <p:cNvSpPr txBox="1"/>
          <p:nvPr/>
        </p:nvSpPr>
        <p:spPr>
          <a:xfrm>
            <a:off x="1270000" y="127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/>
              <a:t>Synthetic equation slide: </a:t>
            </a:r>
          </a:p>
          <a:p>
            <a14:m xmlns:a14="http://schemas.microsoft.com/office/drawing/2010/main" xmlns:m="http://schemas.openxmlformats.org/officeDocument/2006/math">
              <m:oMath>
                <m:r>
                  <m:t>E=mc^2</m:t>
                </m:r>
              </m:oMath>
            </a14:m>
          </a:p>
        </p:txBody>
      </p:sp>
    </p:spTree>
    <p:extLst>
      <p:ext uri="{BB962C8B-B14F-4D97-AF65-F5344CB8AC3E}">
        <p14:creationId xmlns:p14="http://schemas.microsoft.com/office/powerpoint/2010/main" val="35507197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GILIS</dc:creator>
  <cp:lastModifiedBy>Benjamin GILIS</cp:lastModifiedBy>
  <cp:revision>1</cp:revision>
  <dcterms:created xsi:type="dcterms:W3CDTF">2026-10-06T03:43:38Z</dcterms:created>
  <dcterms:modified xsi:type="dcterms:W3CDTF">2026-10-06T03:43:38Z</dcterms:modified>
</cp:coreProperties>
</file>